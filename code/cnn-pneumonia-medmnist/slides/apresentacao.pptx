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parâmetros (milhões)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&quot; M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estágio 1 · 28×28</c:v>
                  </c:pt>
                  <c:pt idx="1">
                    <c:v>estágio 2 · 14×14</c:v>
                  </c:pt>
                  <c:pt idx="2">
                    <c:v>estágio 3 · 7×7</c:v>
                  </c:pt>
                  <c:pt idx="3">
                    <c:v>estágio 4 · 4×4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0.149</c:v>
                </c:pt>
                <c:pt idx="1">
                  <c:v>0.526</c:v>
                </c:pt>
                <c:pt idx="2">
                  <c:v>2.1</c:v>
                </c:pt>
                <c:pt idx="3">
                  <c:v>8.394</c:v>
                </c:pt>
              </c:numCache>
            </c:numRef>
          </c:val>
        </c:ser>
        <c:dLbls>
          <c:numFmt formatCode="0.00&quot; M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251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trabalho: pegamos uma CNN publicada em 2023, reproduzimos o resultado dela e mostramos que uma versão 36 vezes menor da mesma rede tem o mesmo desempenho. As imagens à direita são radiografias reais do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artigo é um benchmark: ele padroniza bases médicas e publica o resultado de redes de referência, com código. Usamos a ResNet-18 dele. O detalhe que motivou tudo: a ResNet-50, com o dobro de parâmetros, não melhorou a acurácia no PneumoniaMNIST.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imagem é uma radiografia de tórax reduzida para 28 por 28 pixels, rotulada como normal ou pneumonia. A base é desbalanceada: três em cada quatro imagens de treino são de pneumonia. E o teste tem proporção diferente, o que vai importar na discussão.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DEMONSTRAÇÃO: rodar o segundo comando ao vivo, de dentro de MedMNIST2D. Com --num_epochs 0 o script dos autores só carrega o checkpoint e avalia; a linha de teste tem que sair exatamente 0.94939 e 0.87179. Depois repetir com --model_flag resnet18slim e ../resultados/depois/best_model.pth: 0.96377 e 0.87500.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ResNet vai reduzindo a imagem a cada estágio e aumentando os filtros. Em imagens de 28 por 28, o último estágio trabalha sobre 4 por 4 pixels, quase nada, e mesmo assim concentra três quartos de todos os pesos. É o pior negócio da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cortes ao mesmo tempo: tiramos o último estágio, deixamos um bloco residual por estágio e cortamos os filtros pela metade. O tipo de rede continua o mesmo, uma ResNet; ela só ficou do tamanho do problema. No código, isso é uma classe ResNet que ganhou dois parâmetros e duas linhas no script de treino.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justificativa tem três evidências, todas verificáveis: a proporção de parâmetros por imagem, a tabela do próprio artigo e a distribuição de pesos que acabamos de ver. Daí a hipótese, que dá para testar: cortar não deveria custar desempenho.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 receita de treino, mesma base, só a arquitetura diferente. A rede enxuta fez AUC 0,964 contra 0,949 e acurácia praticamente igual, com 36 vezes menos parâmetros, treinando em 17 minutos em vez de 119. O último cartão é a referência publicada no artigo.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redes zeram a perda de treino, ou seja, decoram as imagens de treino. A diferença está na validação: na rede do artigo a perda de validação volta a subir, sinal de sobreajuste; na enxuta quase não sobe. Os círculos marcam a época que o script dos autores guardou.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matrizes de confusão mostram que as duas redes erram do mesmo lado: na dúvida, dizem pneumonia. Isso vem dos dados, com três quartos de pneumonia no treino, e a mudança de arquitetura não mexe nisso. A curva ROC mostra onde a rede enxuta ganha: quando se exige poucos falsos alarmes.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Olhando imagem por imagem: as duas erram juntas em 60 radiografias e só discordam em 38. Nessas, a enxuta acerta 20 e a base 18. Ou seja, a diferença de acurácia entre as duas é de duas imagens em 624, e por isso a afirmação honesta é que a rede menor não perdeu desempenho.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dizer os limites antes que perguntem. O principal: foi uma execução de cada rede, então não dá para dizer que a enxuta é melhor, só que não é pior. O resto são propriedades dos dados, que as duas redes compartilham.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frase: o tamanho da rede do artigo não se traduz em ganho de generalização nessa base. Tudo o que foi mostrado está no repositório: código, dataset, os dois checkpoints, os logs de treino e o relatório.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cp-02 · Arquiteturas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é mais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Enxugando a ResNet-18 do MedMNIST v2 para a escala do PneumoniaMNIST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 Pires Aquino de Carvalho · UFRPE · Tópicos Avançados em IA</a:t>
            </a:r>
            <a:endParaRPr lang="en-US" sz="1400" dirty="0"/>
          </a:p>
        </p:txBody>
      </p:sp>
      <p:pic>
        <p:nvPicPr>
          <p:cNvPr id="6" name="Image 0" descr="/home/user/topicos-avancados-ia-cp02/code/cnn-pneumonia-medmnist/slides/img/raiox_1_norm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548640"/>
            <a:ext cx="1828800" cy="1828800"/>
          </a:xfrm>
          <a:prstGeom prst="rect">
            <a:avLst/>
          </a:prstGeom>
        </p:spPr>
      </p:pic>
      <p:pic>
        <p:nvPicPr>
          <p:cNvPr id="7" name="Image 1" descr="/home/user/topicos-avancados-ia-cp02/code/cnn-pneumonia-medmnist/slides/img/raiox_2_pneumon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606040"/>
            <a:ext cx="1828800" cy="1828800"/>
          </a:xfrm>
          <a:prstGeom prst="rect">
            <a:avLst/>
          </a:prstGeom>
        </p:spPr>
      </p:pic>
      <p:pic>
        <p:nvPicPr>
          <p:cNvPr id="8" name="Image 2" descr="/home/user/topicos-avancados-ia-cp02/code/cnn-pneumonia-medmnist/slides/img/raiox_3_norm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466344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artigo: MedMNIST v2 (2023)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al., Scientific Data 10, 41 (2023)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bases de imagens biomédicas 2D, padronizadas em 28×28 pixels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com código aberto: github.com/MedMNIST/experiments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base: ResNet-18 adaptada para imagens pequenas (convolução inicial 3×3, sem max-pooling)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0" y="1463040"/>
            <a:ext cx="4507992" cy="4297680"/>
          </a:xfrm>
          <a:prstGeom prst="roundRect">
            <a:avLst>
              <a:gd name="adj" fmla="val 25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0664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para o PneumoniaMNIST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2194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0,944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2194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0,854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41832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374904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ResNet-50, 2,1× maior, faz AUC 0,948 e acurácia 0,854: dobrar a rede não melhorou a acurácia.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dados: PneumoniaMNIST</a:t>
            </a:r>
            <a:endParaRPr lang="en-US" sz="3400" dirty="0"/>
          </a:p>
        </p:txBody>
      </p:sp>
      <p:pic>
        <p:nvPicPr>
          <p:cNvPr id="3" name="Image 0" descr="/home/user/topicos-avancados-ia-cp02/code/cnn-pneumonia-medmnist/dados/amostr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1094415" cy="42786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6692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56692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5.856 radiografias de tórax pediátricas (Kermany et al., Cell 2018)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334256" y="56692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17136" y="56692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oficiais: 4.708 treino · 524 validação · 624 teste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19872" y="56692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02752" y="56692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74,2% de pneumonia no treino e na validação, 62,5% no teste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código dos autores, rodando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40880" cy="4206240"/>
          </a:xfrm>
          <a:prstGeom prst="roundRect">
            <a:avLst>
              <a:gd name="adj" fmla="val 260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6492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treinar a rede do artigo (receita original)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train_and_eval_pytorch.py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--data_flag pneumoniamnist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--model_flag resnet18 --num_epochs 100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inferência com o checkpoint salvo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train_and_eval_pytorch.py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--data_flag pneumoniamnist --model_flag resnet18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--num_epochs 0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--model_path ../resultados/antes/best_model.pth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 auc: 0.94939  acc: 0.87179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55280" y="1463040"/>
            <a:ext cx="3685032" cy="201168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0" y="1691640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0,949 · 0,872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69748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e acurácia no teste, na nossa execução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3703320"/>
            <a:ext cx="3685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Publicado: 0,944 · 0,854. A diferença cabe na variação entre execuções (o script não fixa semente): a reprodução vale.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4892040"/>
            <a:ext cx="3685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oficial copiado inteiro (commit 70b6b3a). Só a arquitetura mudou.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estão os 11,2 milhões de parâmetros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72237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138160" y="1463040"/>
            <a:ext cx="3502152" cy="4663440"/>
          </a:xfrm>
          <a:prstGeom prst="roundRect">
            <a:avLst>
              <a:gd name="adj" fmla="val 31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412480" y="1691640"/>
            <a:ext cx="29535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75,2%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4023360"/>
            <a:ext cx="29535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rede inteira (8.393.728 parâmetros) está no estágio 4 — que enxerga um mapa de apenas 4×4 pixels.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modificação: uma ResNet-18 enxuta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6420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642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74520" y="13716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74520" y="1371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· 64 filtros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blocos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0" y="13716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0" y="1371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14×14 · 128 filtros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blocos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3716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371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7×7 · 256 filtros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blocos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95360" y="13716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0" y="1371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· 512 filtros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blocos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986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8986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260604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74520" y="2606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· 32 filtros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bloco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0" y="260604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0" y="2606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14×14 · 64 filtros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bloco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260604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2606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7×7 · 128 filtros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bloco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95360" y="260604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2514E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595360" y="2606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removido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069080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 estágio 4 inteiro (4×4 pixels, 75% dos pesos)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bloco residual por estágio, em vez de 2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Metade dos filtros em cada estágio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o bloco residual e o resto do pipeline dos autores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955280" y="3977640"/>
            <a:ext cx="3685032" cy="233172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0" y="4206240"/>
            <a:ext cx="3136392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36× menor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5372100"/>
            <a:ext cx="31363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11.168.706 → 307.042 parâmetros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essa modificação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926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2.400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8328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por imagem de treino: 11,2 milhões de pesos para só 4.708 radiografias.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57116" y="146304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31436" y="1691640"/>
            <a:ext cx="2926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2,1×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631436" y="338328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maior, a ResNet-50 não melhora a acurácia no próprio artigo (0,854 nas duas).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65592" y="146304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39912" y="1691640"/>
            <a:ext cx="2926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439912" y="338328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pesos estão no estágio que enxerga só 4×4 pixels.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57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Hipótese: uma fração dos parâmetros basta para o mesmo desempenho.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36× menor, sem perder desempenho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1887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03120" y="118872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03120" y="11887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no teste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0,949  →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0,964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357116" y="17830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31436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no teste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31436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0,872  →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31436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0,875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8165592" y="17830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39912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39912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11,2 M  →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39912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0,31 M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343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(100 épocas)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min  →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212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min</a:t>
            </a:r>
            <a:endParaRPr lang="en-US" sz="3800" dirty="0"/>
          </a:p>
        </p:txBody>
      </p:sp>
      <p:sp>
        <p:nvSpPr>
          <p:cNvPr id="24" name="Shape 22"/>
          <p:cNvSpPr/>
          <p:nvPr/>
        </p:nvSpPr>
        <p:spPr>
          <a:xfrm>
            <a:off x="4357116" y="41148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31436" y="4343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 por imagem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631436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4,3–4,8 ms  →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631436" y="5212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0,55–0,61 ms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8165592" y="41148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65592" y="41148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>
              <a:alpha val="0"/>
            </a:srgbClr>
          </a:solidFill>
          <a:ln w="15875">
            <a:solidFill>
              <a:srgbClr val="DCDC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39912" y="4343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no artigo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439912" y="5212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0,944 · 0,854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de treino: 100 épocas, curva a curva</a:t>
            </a:r>
            <a:endParaRPr lang="en-US" sz="3400" dirty="0"/>
          </a:p>
        </p:txBody>
      </p:sp>
      <p:pic>
        <p:nvPicPr>
          <p:cNvPr id="3" name="Image 0" descr="/home/user/topicos-avancados-ia-cp02/code/cnn-pneumonia-medmnist/comparacao/curvas_trei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94415" cy="396229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440680"/>
            <a:ext cx="5408676" cy="91440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440680"/>
            <a:ext cx="49514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perda de validação da base sobe 78% depois do mínimo; a da enxuta, só 15%.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31636" y="5440680"/>
            <a:ext cx="5408676" cy="91440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60236" y="5440680"/>
            <a:ext cx="49514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escolhidos pela AUC de validação: épocas 25 (base) e 10 (enxuta).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cada rede erra</a:t>
            </a:r>
            <a:endParaRPr lang="en-US" sz="3400" dirty="0"/>
          </a:p>
        </p:txBody>
      </p:sp>
      <p:pic>
        <p:nvPicPr>
          <p:cNvPr id="3" name="Image 0" descr="/home/user/topicos-avancados-ia-cp02/code/cnn-pneumonia-medmnist/comparacao/matriz_confus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223760" cy="3333530"/>
          </a:xfrm>
          <a:prstGeom prst="rect">
            <a:avLst/>
          </a:prstGeom>
        </p:spPr>
      </p:pic>
      <p:pic>
        <p:nvPicPr>
          <p:cNvPr id="4" name="Image 1" descr="/home/user/topicos-avancados-ia-cp02/code/cnn-pneumonia-medmnist/comparacao/curva_ro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188720"/>
            <a:ext cx="3566160" cy="33111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4846320"/>
            <a:ext cx="5408676" cy="1463040"/>
          </a:xfrm>
          <a:prstGeom prst="roundRect">
            <a:avLst>
              <a:gd name="adj" fmla="val 7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7240" y="4846320"/>
            <a:ext cx="49514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detectam 98% das pneumonias, mas só ~70% dos normais. O viés vem do desbalanceamento do treino, não da arquitetura.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231636" y="4846320"/>
            <a:ext cx="5408676" cy="1463040"/>
          </a:xfrm>
          <a:prstGeom prst="roundRect">
            <a:avLst>
              <a:gd name="adj" fmla="val 7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60236" y="4846320"/>
            <a:ext cx="49514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ROC da enxuta fica acima na região de poucos falsos positivos — é daí que vem a diferença de AUC.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radiografias em que as redes discordam</a:t>
            </a:r>
            <a:endParaRPr lang="en-US" sz="3400" dirty="0"/>
          </a:p>
        </p:txBody>
      </p:sp>
      <p:pic>
        <p:nvPicPr>
          <p:cNvPr id="3" name="Image 0" descr="/home/user/topicos-avancados-ia-cp02/code/cnn-pneumonia-medmnist/comparacao/discordanc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8138160" cy="49866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052560" y="1188720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9052560" y="184708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624 imagens em que discordam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052560" y="2487168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9052560" y="3145536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acertos só da enxuta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52560" y="3785616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9052560" y="444398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acertos só da base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5084064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57424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das duas, juntas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deste resultado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execução de cada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semente fixa, e a diferença de acurácia é de 2 imagens. A afirmação segura: a rede enxuta não perdeu desempenho.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31636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05956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≠ teste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505956" y="219456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74,2% de pneumonia na validação, 62,5% no teste. Ajuda a explicar a queda de 96–97% para ~87% de acurácia nas duas redes.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Especificidade de ~70%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70916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chutam “pneumonia” na dúvida. Vem do desbalanceamento dos dados; a arquitetura não muda isso.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1636" y="39319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05956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28×28 não é clínica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505956" y="470916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radiografias originais chegam a 2.916×2.713 pixels. O objeto de estudo é a arquitetura, não o diagnóstico.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 PneumoniaMNIST, a ResNet-18 do artigo é grande demais.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546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36×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51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parâmetros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57116" y="292608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31436" y="31546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6,8×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631436" y="4251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rápida para treinar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65592" y="292608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39912" y="31546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0,964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439912" y="4251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no teste, contra 0,949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dados, checkpoints e relatório: github.com/DaviPac/topicos-avancados-ia-cp02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Menos é mais: enxugando a ResNet-18 do MedMNIST v2</dc:title>
  <dc:subject>PptxGenJS Presentation</dc:subject>
  <dc:creator>PptxGenJS</dc:creator>
  <cp:lastModifiedBy>PptxGenJS</cp:lastModifiedBy>
  <cp:revision>1</cp:revision>
  <dcterms:created xsi:type="dcterms:W3CDTF">2026-09-25T19:52:58Z</dcterms:created>
  <dcterms:modified xsi:type="dcterms:W3CDTF">2026-09-25T19:52:58Z</dcterms:modified>
</cp:coreProperties>
</file>